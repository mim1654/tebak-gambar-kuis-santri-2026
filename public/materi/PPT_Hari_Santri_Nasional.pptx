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66568AAD-5339-F141-2917-ADF76AB6C75F}">
          <p14:sldIdLst>
            <p14:sldId id="256"/>
            <p14:sldId id="257"/>
          </p14:sldIdLst>
        </p14:section>
        <p14:section name="Materi" id="{44D36951-68A6-8640-EE33-8CE324DCEAE4}">
          <p14:sldIdLst>
            <p14:sldId id="258"/>
            <p14:sldId id="259"/>
            <p14:sldId id="260"/>
            <p14:sldId id="261"/>
            <p14:sldId id="262"/>
          </p14:sldIdLst>
        </p14:section>
        <p14:section name="Praktik" id="{A5797284-D2BE-8404-D75D-D9004972EB7F}">
          <p14:sldIdLst>
            <p14:sldId id="263"/>
            <p14:sldId id="264"/>
            <p14:sldId id="265"/>
          </p14:sldIdLst>
        </p14:section>
        <p14:section name="Penutup" id="{7A314061-FE2E-6FBD-6071-96DF6B15F94A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51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1877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Sapa anak-anak. Tanyakan: 'Siapa yang tahu tanggal 22 Oktober hari apa?' Ajak anak menirukan: Hari Santri!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Santri adalah anak yang belajar agama Islam, berperilaku baik, dan rajin beribadah.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 satu per satu pakaian pada gambar: peci, baju koko, sarung.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 jilbab pink, gamis putih, dan sepatu putih pada gambar.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Biasakan membaca Al-Qur'an setiap hari. Ajak anak menirukan bacaan pendek, misalnya Al-Fatihah.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Sholat berjamaah dilakukan bersama-sama di masjid dengan seorang imam.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Latih anak berbaris rapi di kelas. Tekankan: tenang, tidak berlari, tidak bercanda saat sholat.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Bagi anak menjadi dua kelompok: sarung dan mukena. Siapkan sarung dan mukena asli untuk praktik.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Peragakan dulu satu langkah, anak menirukan. Bantu anak yang kesulitan. Beri pujian setiap langkah berhasil.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Peragakan memakai mukena pada boneka atau satu anak, lalu anak-anak mencoba bergantian.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dengan tepuk tangan dan doa bersama. Beri apresiasi kepada semua anak.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ONTE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1F5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1097280"/>
            <a:ext cx="457200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microsoft.com/office/2007/relationships/hdphoto" Target="../media/hdphoto4.wdp"/><Relationship Id="rId5" Type="http://schemas.openxmlformats.org/officeDocument/2006/relationships/image" Target="../media/image11.png"/><Relationship Id="rId4" Type="http://schemas.microsoft.com/office/2007/relationships/hdphoto" Target="../media/hdphoto3.wdp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g"/><Relationship Id="rId5" Type="http://schemas.openxmlformats.org/officeDocument/2006/relationships/image" Target="../media/image5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microsoft.com/office/2007/relationships/hdphoto" Target="../media/hdphoto3.wdp"/><Relationship Id="rId5" Type="http://schemas.openxmlformats.org/officeDocument/2006/relationships/image" Target="../media/image22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microsoft.com/office/2007/relationships/hdphoto" Target="../media/hdphoto6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109728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bg1"/>
                </a:solidFill>
              </a:rPr>
              <a:t>Hari Santri Nasional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22 Oktober 2026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383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SLB C TPA Jember</a:t>
            </a:r>
            <a:endParaRPr lang="en-US" sz="2000" dirty="0"/>
          </a:p>
        </p:txBody>
      </p:sp>
      <p:pic>
        <p:nvPicPr>
          <p:cNvPr id="5" name="Bintang" descr="binta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48640"/>
            <a:ext cx="457200" cy="457200"/>
          </a:xfrm>
          <a:prstGeom prst="rect">
            <a:avLst/>
          </a:prstGeom>
        </p:spPr>
      </p:pic>
      <p:sp>
        <p:nvSpPr>
          <p:cNvPr id="6" name="Kartu santri"/>
          <p:cNvSpPr/>
          <p:nvPr/>
        </p:nvSpPr>
        <p:spPr>
          <a:xfrm>
            <a:off x="5486400" y="411480"/>
            <a:ext cx="3200400" cy="42976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7" name="Santri laki-laki dan perempuan" descr="Santri laki-laki dan perempua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5782" y="548640"/>
            <a:ext cx="2701636" cy="40233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/>
              <a:t>Gambar </a:t>
            </a:r>
            <a:r>
              <a:rPr lang="en-US" dirty="0" err="1"/>
              <a:t>apakah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sz="3800" b="1" dirty="0">
                <a:solidFill>
                  <a:schemeClr val="tx2"/>
                </a:solidFill>
              </a:rPr>
              <a:t>?</a:t>
            </a:r>
            <a:endParaRPr lang="en-US" sz="3800" dirty="0"/>
          </a:p>
        </p:txBody>
      </p:sp>
      <p:sp>
        <p:nvSpPr>
          <p:cNvPr id="3" name="Kartu masjid"/>
          <p:cNvSpPr/>
          <p:nvPr/>
        </p:nvSpPr>
        <p:spPr>
          <a:xfrm>
            <a:off x="457200" y="1325880"/>
            <a:ext cx="3931920" cy="329184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4" name="Masjid" descr="Masjid"/>
          <p:cNvPicPr>
            <a:picLocks noChangeAspect="1"/>
          </p:cNvPicPr>
          <p:nvPr/>
        </p:nvPicPr>
        <p:blipFill rotWithShape="1">
          <a:blip r:embed="rId3"/>
          <a:srcRect r="21226"/>
          <a:stretch/>
        </p:blipFill>
        <p:spPr>
          <a:xfrm>
            <a:off x="914400" y="1661818"/>
            <a:ext cx="2881223" cy="2612571"/>
          </a:xfrm>
          <a:prstGeom prst="rect">
            <a:avLst/>
          </a:prstGeom>
        </p:spPr>
      </p:pic>
      <p:sp>
        <p:nvSpPr>
          <p:cNvPr id="5" name="Kartu Belajar agama"/>
          <p:cNvSpPr/>
          <p:nvPr/>
        </p:nvSpPr>
        <p:spPr>
          <a:xfrm>
            <a:off x="4754880" y="1325880"/>
            <a:ext cx="3931920" cy="100584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6" name="Lingkaran ikon"/>
          <p:cNvSpPr/>
          <p:nvPr/>
        </p:nvSpPr>
        <p:spPr>
          <a:xfrm>
            <a:off x="4937760" y="14630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kon" descr="ik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645920"/>
            <a:ext cx="365760" cy="365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852160" y="13258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Belajar agama</a:t>
            </a:r>
            <a:endParaRPr lang="en-US" sz="2400" dirty="0"/>
          </a:p>
        </p:txBody>
      </p:sp>
      <p:sp>
        <p:nvSpPr>
          <p:cNvPr id="13" name="Kartu Rajin ibadah"/>
          <p:cNvSpPr/>
          <p:nvPr/>
        </p:nvSpPr>
        <p:spPr>
          <a:xfrm>
            <a:off x="4754880" y="3611880"/>
            <a:ext cx="3931920" cy="100584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4" name="Lingkaran ikon"/>
          <p:cNvSpPr/>
          <p:nvPr/>
        </p:nvSpPr>
        <p:spPr>
          <a:xfrm>
            <a:off x="4937760" y="37490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kon" descr="ik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393192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852160" y="36118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/>
              <a:t>Ber</a:t>
            </a:r>
            <a:r>
              <a:rPr lang="en-US" sz="2400" b="1" dirty="0" err="1">
                <a:solidFill>
                  <a:schemeClr val="tx1"/>
                </a:solidFill>
              </a:rPr>
              <a:t>ibadah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390525" y="209803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Pakaian Santri Laki-laki</a:t>
            </a:r>
            <a:endParaRPr lang="en-US" sz="3800" dirty="0"/>
          </a:p>
        </p:txBody>
      </p:sp>
      <p:sp>
        <p:nvSpPr>
          <p:cNvPr id="3" name="Kartu santri laki-laki"/>
          <p:cNvSpPr/>
          <p:nvPr/>
        </p:nvSpPr>
        <p:spPr>
          <a:xfrm>
            <a:off x="390525" y="1009650"/>
            <a:ext cx="2626995" cy="413385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4" name="Santri laki-laki" descr="Santri laki-laki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563" b="89978" l="9211" r="89474">
                        <a14:foregroundMark x1="32895" y1="12249" x2="63158" y2="3563"/>
                        <a14:foregroundMark x1="63158" y1="3563" x2="86184" y2="13140"/>
                        <a14:foregroundMark x1="86184" y1="13140" x2="49342" y2="7127"/>
                        <a14:foregroundMark x1="49342" y1="7127" x2="64474" y2="7572"/>
                        <a14:foregroundMark x1="83553" y1="6459" x2="50658" y2="3563"/>
                        <a14:foregroundMark x1="50658" y1="3563" x2="46711" y2="4677"/>
                        <a14:foregroundMark x1="46711" y1="4677" x2="33553" y2="10913"/>
                        <a14:foregroundMark x1="33553" y1="10913" x2="38816" y2="7795"/>
                        <a14:foregroundMark x1="83553" y1="6904" x2="84868" y2="7572"/>
                        <a14:foregroundMark x1="84868" y1="7572" x2="86842" y2="14031"/>
                        <a14:foregroundMark x1="86842" y1="14031" x2="85526" y2="935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2500" y="1138364"/>
            <a:ext cx="1428749" cy="4220450"/>
          </a:xfrm>
          <a:prstGeom prst="rect">
            <a:avLst/>
          </a:prstGeom>
        </p:spPr>
      </p:pic>
      <p:sp>
        <p:nvSpPr>
          <p:cNvPr id="5" name="Kartu Peci putih"/>
          <p:cNvSpPr/>
          <p:nvPr/>
        </p:nvSpPr>
        <p:spPr>
          <a:xfrm>
            <a:off x="3383280" y="1325880"/>
            <a:ext cx="5303520" cy="1051560"/>
          </a:xfrm>
          <a:prstGeom prst="roundRect">
            <a:avLst>
              <a:gd name="adj" fmla="val 17391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6" name="Lingkaran ikon"/>
          <p:cNvSpPr/>
          <p:nvPr/>
        </p:nvSpPr>
        <p:spPr>
          <a:xfrm>
            <a:off x="3478529" y="1325880"/>
            <a:ext cx="819151" cy="10515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4480560" y="14173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Peci putih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4480560" y="1920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Di kepala</a:t>
            </a:r>
            <a:endParaRPr lang="en-US" sz="1600" dirty="0"/>
          </a:p>
        </p:txBody>
      </p:sp>
      <p:sp>
        <p:nvSpPr>
          <p:cNvPr id="10" name="Kartu Baju koko putih"/>
          <p:cNvSpPr/>
          <p:nvPr/>
        </p:nvSpPr>
        <p:spPr>
          <a:xfrm>
            <a:off x="3383280" y="2514600"/>
            <a:ext cx="5303520" cy="1051560"/>
          </a:xfrm>
          <a:prstGeom prst="roundRect">
            <a:avLst>
              <a:gd name="adj" fmla="val 17391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1" name="Lingkaran ikon"/>
          <p:cNvSpPr/>
          <p:nvPr/>
        </p:nvSpPr>
        <p:spPr>
          <a:xfrm>
            <a:off x="3478529" y="2514600"/>
            <a:ext cx="819151" cy="10515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4480560" y="26060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Baju koko putih</a:t>
            </a:r>
            <a:endParaRPr lang="en-US" sz="2600" dirty="0"/>
          </a:p>
        </p:txBody>
      </p:sp>
      <p:sp>
        <p:nvSpPr>
          <p:cNvPr id="14" name="Text 9"/>
          <p:cNvSpPr txBox="1"/>
          <p:nvPr/>
        </p:nvSpPr>
        <p:spPr>
          <a:xfrm>
            <a:off x="4480560" y="3108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Bersih dan rapi</a:t>
            </a:r>
            <a:endParaRPr lang="en-US" sz="1600" dirty="0"/>
          </a:p>
        </p:txBody>
      </p:sp>
      <p:sp>
        <p:nvSpPr>
          <p:cNvPr id="15" name="Kartu Sarung"/>
          <p:cNvSpPr/>
          <p:nvPr/>
        </p:nvSpPr>
        <p:spPr>
          <a:xfrm>
            <a:off x="3383280" y="3703320"/>
            <a:ext cx="5303520" cy="1051560"/>
          </a:xfrm>
          <a:prstGeom prst="roundRect">
            <a:avLst>
              <a:gd name="adj" fmla="val 17391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6" name="Lingkaran ikon"/>
          <p:cNvSpPr/>
          <p:nvPr/>
        </p:nvSpPr>
        <p:spPr>
          <a:xfrm>
            <a:off x="3498730" y="3718436"/>
            <a:ext cx="798950" cy="103644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</p:sp>
      <p:sp>
        <p:nvSpPr>
          <p:cNvPr id="18" name="Text 12"/>
          <p:cNvSpPr txBox="1"/>
          <p:nvPr/>
        </p:nvSpPr>
        <p:spPr>
          <a:xfrm>
            <a:off x="4480560" y="37947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Sarung</a:t>
            </a:r>
            <a:endParaRPr lang="en-US" sz="2600" dirty="0"/>
          </a:p>
        </p:txBody>
      </p:sp>
      <p:sp>
        <p:nvSpPr>
          <p:cNvPr id="19" name="Text 13"/>
          <p:cNvSpPr txBox="1"/>
          <p:nvPr/>
        </p:nvSpPr>
        <p:spPr>
          <a:xfrm>
            <a:off x="4480560" y="4297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Dipakai di pinggang</a:t>
            </a:r>
            <a:endParaRPr lang="en-US" sz="16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7AAF4E5-2368-4FE7-9989-84E01BEFBEB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6044" b="57734" l="3236" r="29127"/>
                    </a14:imgEffect>
                  </a14:imgLayer>
                </a14:imgProps>
              </a:ext>
            </a:extLst>
          </a:blip>
          <a:srcRect t="33333" r="67636" b="39555"/>
          <a:stretch/>
        </p:blipFill>
        <p:spPr>
          <a:xfrm>
            <a:off x="3498730" y="1568387"/>
            <a:ext cx="778747" cy="61455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87B37F1-190C-4263-AE3C-25AA47E0D495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0400" b="67378" l="71213" r="95033"/>
                    </a14:imgEffect>
                  </a14:imgLayer>
                </a14:imgProps>
              </a:ext>
            </a:extLst>
          </a:blip>
          <a:srcRect l="68236" t="25778" r="1990" b="28000"/>
          <a:stretch/>
        </p:blipFill>
        <p:spPr>
          <a:xfrm>
            <a:off x="3579495" y="3705558"/>
            <a:ext cx="728036" cy="106475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F6AC194-E280-4D4E-BFE0-C4CBC32DD099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0156" b="64717" l="37213" r="62945"/>
                    </a14:imgEffect>
                  </a14:imgLayer>
                </a14:imgProps>
              </a:ext>
            </a:extLst>
          </a:blip>
          <a:srcRect l="33997" t="25836" r="33838" b="30963"/>
          <a:stretch/>
        </p:blipFill>
        <p:spPr>
          <a:xfrm>
            <a:off x="3488380" y="2529716"/>
            <a:ext cx="819151" cy="10364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13" grpId="0" animBg="1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Pakaian Santri Perempuan</a:t>
            </a:r>
            <a:endParaRPr lang="en-US" sz="3800" dirty="0"/>
          </a:p>
        </p:txBody>
      </p:sp>
      <p:sp>
        <p:nvSpPr>
          <p:cNvPr id="3" name="Kartu Jilbab"/>
          <p:cNvSpPr/>
          <p:nvPr/>
        </p:nvSpPr>
        <p:spPr>
          <a:xfrm>
            <a:off x="457200" y="1325880"/>
            <a:ext cx="5303520" cy="1051560"/>
          </a:xfrm>
          <a:prstGeom prst="roundRect">
            <a:avLst>
              <a:gd name="adj" fmla="val 17391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4" name="Lingkaran ikon"/>
          <p:cNvSpPr/>
          <p:nvPr/>
        </p:nvSpPr>
        <p:spPr>
          <a:xfrm>
            <a:off x="640080" y="1325880"/>
            <a:ext cx="731520" cy="10241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554480" y="14173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Jilbab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920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Menutup kepala</a:t>
            </a:r>
            <a:endParaRPr lang="en-US" sz="1600" dirty="0"/>
          </a:p>
        </p:txBody>
      </p:sp>
      <p:sp>
        <p:nvSpPr>
          <p:cNvPr id="8" name="Kartu Gamis putih"/>
          <p:cNvSpPr/>
          <p:nvPr/>
        </p:nvSpPr>
        <p:spPr>
          <a:xfrm>
            <a:off x="457200" y="2514600"/>
            <a:ext cx="5303520" cy="1051560"/>
          </a:xfrm>
          <a:prstGeom prst="roundRect">
            <a:avLst>
              <a:gd name="adj" fmla="val 17391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9" name="Lingkaran ikon"/>
          <p:cNvSpPr/>
          <p:nvPr/>
        </p:nvSpPr>
        <p:spPr>
          <a:xfrm>
            <a:off x="640080" y="2543175"/>
            <a:ext cx="731520" cy="1022985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1554480" y="26060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Gamis putih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1554480" y="3108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Panjang dan sopan</a:t>
            </a:r>
            <a:endParaRPr lang="en-US" sz="1600" dirty="0"/>
          </a:p>
        </p:txBody>
      </p:sp>
      <p:sp>
        <p:nvSpPr>
          <p:cNvPr id="18" name="Kartu santri perempuan"/>
          <p:cNvSpPr/>
          <p:nvPr/>
        </p:nvSpPr>
        <p:spPr>
          <a:xfrm>
            <a:off x="6126480" y="480060"/>
            <a:ext cx="2560320" cy="427482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19" name="Santri perempuan" descr="Santri perempuan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830" b="89623" l="8163" r="89796">
                        <a14:foregroundMark x1="19728" y1="16038" x2="44898" y2="3066"/>
                        <a14:foregroundMark x1="44898" y1="3066" x2="31293" y2="9434"/>
                        <a14:foregroundMark x1="8163" y1="31132" x2="9524" y2="29953"/>
                        <a14:foregroundMark x1="56463" y1="4953" x2="68707" y2="1580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31208" y="628677"/>
            <a:ext cx="1501877" cy="433194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B2E804B-3CFE-416D-8F74-DA11D9B9B42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3368" b="78764" l="62853" r="85668"/>
                    </a14:imgEffect>
                  </a14:imgLayer>
                </a14:imgProps>
              </a:ext>
            </a:extLst>
          </a:blip>
          <a:srcRect l="60001" t="16444" r="11480" b="14311"/>
          <a:stretch/>
        </p:blipFill>
        <p:spPr>
          <a:xfrm>
            <a:off x="810915" y="2557816"/>
            <a:ext cx="440838" cy="100834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D851584-177F-40CD-B23D-10F92B02A3F4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2123" b="76190" l="10607" r="38458">
                        <a14:foregroundMark x1="21682" y1="30258" x2="34720" y2="72421"/>
                        <a14:foregroundMark x1="34720" y1="72421" x2="17850" y2="70139"/>
                        <a14:foregroundMark x1="20140" y1="23760" x2="31636" y2="35962"/>
                        <a14:foregroundMark x1="31636" y1="35962" x2="23224" y2="26984"/>
                        <a14:foregroundMark x1="23224" y1="26984" x2="31636" y2="33532"/>
                        <a14:foregroundMark x1="31636" y1="33532" x2="21682" y2="22123"/>
                        <a14:foregroundMark x1="21682" y1="22123" x2="21682" y2="22123"/>
                        <a14:foregroundMark x1="30093" y1="25347" x2="33178" y2="32688"/>
                        <a14:foregroundMark x1="33178" y1="33532" x2="23224" y2="24554"/>
                        <a14:foregroundMark x1="23224" y1="24554" x2="30093" y2="27827"/>
                      </a14:backgroundRemoval>
                    </a14:imgEffect>
                  </a14:imgLayer>
                </a14:imgProps>
              </a:ext>
            </a:extLst>
          </a:blip>
          <a:srcRect l="7209" t="17882" r="58059" b="17273"/>
          <a:stretch/>
        </p:blipFill>
        <p:spPr>
          <a:xfrm>
            <a:off x="810915" y="1417320"/>
            <a:ext cx="431417" cy="7587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2405068" y="249603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Membaca Al-Qur'an</a:t>
            </a:r>
            <a:endParaRPr lang="en-US" sz="3800" dirty="0"/>
          </a:p>
        </p:txBody>
      </p:sp>
      <p:sp>
        <p:nvSpPr>
          <p:cNvPr id="3" name="Kartu Berwudhu dulu"/>
          <p:cNvSpPr/>
          <p:nvPr/>
        </p:nvSpPr>
        <p:spPr>
          <a:xfrm>
            <a:off x="457200" y="1325880"/>
            <a:ext cx="2560320" cy="329184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4" name="Lingkaran ikon"/>
          <p:cNvSpPr/>
          <p:nvPr/>
        </p:nvSpPr>
        <p:spPr>
          <a:xfrm>
            <a:off x="1143000" y="1600200"/>
            <a:ext cx="1188720" cy="11887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kon" descr="ik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180" y="1897380"/>
            <a:ext cx="594360" cy="5943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0175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 err="1">
                <a:solidFill>
                  <a:schemeClr val="tx1"/>
                </a:solidFill>
              </a:rPr>
              <a:t>Berwudhu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dulu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749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accent5"/>
                </a:solidFill>
              </a:rPr>
              <a:t>Badan bersih</a:t>
            </a:r>
            <a:endParaRPr lang="en-US" sz="1600" dirty="0"/>
          </a:p>
        </p:txBody>
      </p:sp>
      <p:sp>
        <p:nvSpPr>
          <p:cNvPr id="8" name="Kartu Buka Al-Qur'an"/>
          <p:cNvSpPr/>
          <p:nvPr/>
        </p:nvSpPr>
        <p:spPr>
          <a:xfrm>
            <a:off x="3291840" y="1325880"/>
            <a:ext cx="2560320" cy="329184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9" name="Lingkaran ikon"/>
          <p:cNvSpPr/>
          <p:nvPr/>
        </p:nvSpPr>
        <p:spPr>
          <a:xfrm>
            <a:off x="3977640" y="1600200"/>
            <a:ext cx="1188720" cy="11887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kon" descr="ik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4820" y="1897380"/>
            <a:ext cx="594360" cy="5943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383280" y="30175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</a:rPr>
              <a:t>Buka Al-Qur'an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3383280" y="3749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accent5"/>
                </a:solidFill>
              </a:rPr>
              <a:t>Duduk tenang</a:t>
            </a:r>
            <a:endParaRPr lang="en-US" sz="1600" dirty="0"/>
          </a:p>
        </p:txBody>
      </p:sp>
      <p:sp>
        <p:nvSpPr>
          <p:cNvPr id="13" name="Kartu Baca pelan-pelan"/>
          <p:cNvSpPr/>
          <p:nvPr/>
        </p:nvSpPr>
        <p:spPr>
          <a:xfrm>
            <a:off x="6126480" y="1325880"/>
            <a:ext cx="2560320" cy="329184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4" name="Lingkaran ikon"/>
          <p:cNvSpPr/>
          <p:nvPr/>
        </p:nvSpPr>
        <p:spPr>
          <a:xfrm>
            <a:off x="6812280" y="1600200"/>
            <a:ext cx="1188720" cy="11887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kon" descr="ik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9460" y="1897380"/>
            <a:ext cx="594360" cy="5943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17920" y="30175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3749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accent5"/>
                </a:solidFill>
              </a:rPr>
              <a:t>Dengan suara merdu</a:t>
            </a:r>
            <a:endParaRPr lang="en-US" sz="16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A852510-2BB0-48BD-AED1-3A768F23E5C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54741"/>
          <a:stretch/>
        </p:blipFill>
        <p:spPr>
          <a:xfrm>
            <a:off x="6519868" y="1440180"/>
            <a:ext cx="1945218" cy="312223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E50351B-4665-41FE-BAB2-67E2E1A1999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53495"/>
          <a:stretch/>
        </p:blipFill>
        <p:spPr>
          <a:xfrm>
            <a:off x="737969" y="1394460"/>
            <a:ext cx="1998782" cy="312224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776F94F-2743-4531-869C-69D098E58B8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79350" y="1747369"/>
            <a:ext cx="1633570" cy="80294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2743200" y="1143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Sholat Berjamaah</a:t>
            </a:r>
            <a:endParaRPr lang="en-US" sz="3800" dirty="0"/>
          </a:p>
        </p:txBody>
      </p:sp>
      <p:sp>
        <p:nvSpPr>
          <p:cNvPr id="9" name="Pita pesan"/>
          <p:cNvSpPr/>
          <p:nvPr/>
        </p:nvSpPr>
        <p:spPr>
          <a:xfrm>
            <a:off x="457200" y="4343400"/>
            <a:ext cx="8229600" cy="502920"/>
          </a:xfrm>
          <a:prstGeom prst="roundRect">
            <a:avLst>
              <a:gd name="adj" fmla="val 27273"/>
            </a:avLst>
          </a:prstGeom>
          <a:solidFill>
            <a:schemeClr val="accent1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Sholat bersama-sama lebih indah</a:t>
            </a:r>
            <a:endParaRPr lang="en-US" sz="2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FBC6C60-7AE1-4BE2-92CA-D86C7B46E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101" y="1280160"/>
            <a:ext cx="3106057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Sholat Berjamaah: Rapi &amp; Tertib</a:t>
            </a:r>
            <a:endParaRPr lang="en-US" sz="3800" dirty="0"/>
          </a:p>
        </p:txBody>
      </p:sp>
      <p:sp>
        <p:nvSpPr>
          <p:cNvPr id="3" name="Kartu langkah 1"/>
          <p:cNvSpPr/>
          <p:nvPr/>
        </p:nvSpPr>
        <p:spPr>
          <a:xfrm>
            <a:off x="457200" y="1325880"/>
            <a:ext cx="5303520" cy="1051560"/>
          </a:xfrm>
          <a:prstGeom prst="roundRect">
            <a:avLst>
              <a:gd name="adj" fmla="val 17391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4" name="Nomor 1"/>
          <p:cNvSpPr/>
          <p:nvPr/>
        </p:nvSpPr>
        <p:spPr>
          <a:xfrm>
            <a:off x="640080" y="155448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3258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Berwudhu</a:t>
            </a:r>
            <a:endParaRPr lang="en-US" sz="2200" dirty="0"/>
          </a:p>
        </p:txBody>
      </p:sp>
      <p:sp>
        <p:nvSpPr>
          <p:cNvPr id="7" name="Lingkaran ikon"/>
          <p:cNvSpPr/>
          <p:nvPr/>
        </p:nvSpPr>
        <p:spPr>
          <a:xfrm>
            <a:off x="4663440" y="15087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kon" descr="ik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4890" y="1680210"/>
            <a:ext cx="342900" cy="342900"/>
          </a:xfrm>
          <a:prstGeom prst="rect">
            <a:avLst/>
          </a:prstGeom>
        </p:spPr>
      </p:pic>
      <p:sp>
        <p:nvSpPr>
          <p:cNvPr id="9" name="Kartu langkah 2"/>
          <p:cNvSpPr/>
          <p:nvPr/>
        </p:nvSpPr>
        <p:spPr>
          <a:xfrm>
            <a:off x="457200" y="2514600"/>
            <a:ext cx="5303520" cy="1051560"/>
          </a:xfrm>
          <a:prstGeom prst="roundRect">
            <a:avLst>
              <a:gd name="adj" fmla="val 17391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0" name="Nomor 2"/>
          <p:cNvSpPr/>
          <p:nvPr/>
        </p:nvSpPr>
        <p:spPr>
          <a:xfrm>
            <a:off x="640080" y="274320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" y="2743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</a:rPr>
              <a:t>2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251460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Berbaris rapat dan lurus</a:t>
            </a:r>
            <a:endParaRPr lang="en-US" sz="2200" dirty="0"/>
          </a:p>
        </p:txBody>
      </p:sp>
      <p:sp>
        <p:nvSpPr>
          <p:cNvPr id="13" name="Lingkaran ikon"/>
          <p:cNvSpPr/>
          <p:nvPr/>
        </p:nvSpPr>
        <p:spPr>
          <a:xfrm>
            <a:off x="4663440" y="26974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kon" descr="ik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4890" y="2868930"/>
            <a:ext cx="342900" cy="342900"/>
          </a:xfrm>
          <a:prstGeom prst="rect">
            <a:avLst/>
          </a:prstGeom>
        </p:spPr>
      </p:pic>
      <p:sp>
        <p:nvSpPr>
          <p:cNvPr id="15" name="Kartu langkah 3"/>
          <p:cNvSpPr/>
          <p:nvPr/>
        </p:nvSpPr>
        <p:spPr>
          <a:xfrm>
            <a:off x="457200" y="3703320"/>
            <a:ext cx="5303520" cy="1051560"/>
          </a:xfrm>
          <a:prstGeom prst="roundRect">
            <a:avLst>
              <a:gd name="adj" fmla="val 17391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6" name="Nomor 3"/>
          <p:cNvSpPr/>
          <p:nvPr/>
        </p:nvSpPr>
        <p:spPr>
          <a:xfrm>
            <a:off x="640080" y="393192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40080" y="3931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</a:rPr>
              <a:t>3</a:t>
            </a:r>
            <a:endParaRPr lang="en-US" sz="2400" dirty="0"/>
          </a:p>
        </p:txBody>
      </p:sp>
      <p:sp>
        <p:nvSpPr>
          <p:cNvPr id="18" name="Text 14"/>
          <p:cNvSpPr txBox="1"/>
          <p:nvPr/>
        </p:nvSpPr>
        <p:spPr>
          <a:xfrm>
            <a:off x="1463040" y="370332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Ikut gerakan imam</a:t>
            </a:r>
            <a:endParaRPr lang="en-US" sz="2200" dirty="0"/>
          </a:p>
        </p:txBody>
      </p:sp>
      <p:sp>
        <p:nvSpPr>
          <p:cNvPr id="19" name="Lingkaran ikon"/>
          <p:cNvSpPr/>
          <p:nvPr/>
        </p:nvSpPr>
        <p:spPr>
          <a:xfrm>
            <a:off x="4663440" y="3886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kon" descr="ik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4890" y="4057650"/>
            <a:ext cx="342900" cy="342900"/>
          </a:xfrm>
          <a:prstGeom prst="rect">
            <a:avLst/>
          </a:prstGeom>
        </p:spPr>
      </p:pic>
      <p:sp>
        <p:nvSpPr>
          <p:cNvPr id="21" name="Kartu santri"/>
          <p:cNvSpPr/>
          <p:nvPr/>
        </p:nvSpPr>
        <p:spPr>
          <a:xfrm>
            <a:off x="6126480" y="1325880"/>
            <a:ext cx="2560320" cy="342900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B3BAF23-D6E2-438A-9D0A-32CC3E9A18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5469" y="1554480"/>
            <a:ext cx="2402341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53162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bg1"/>
                </a:solidFill>
              </a:rPr>
              <a:t>Ayo Praktik!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Memakai sarung dan mukena</a:t>
            </a:r>
            <a:endParaRPr lang="en-US" sz="2600" dirty="0"/>
          </a:p>
        </p:txBody>
      </p:sp>
      <p:sp>
        <p:nvSpPr>
          <p:cNvPr id="4" name="Kartu sarung"/>
          <p:cNvSpPr/>
          <p:nvPr/>
        </p:nvSpPr>
        <p:spPr>
          <a:xfrm>
            <a:off x="5029200" y="640079"/>
            <a:ext cx="1783080" cy="4341495"/>
          </a:xfrm>
          <a:prstGeom prst="roundRect">
            <a:avLst>
              <a:gd name="adj" fmla="val 10811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5" name="Anak laki-laki bersarung" descr="Anak laki-laki bersaru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23" b="89978" l="9868" r="89474">
                        <a14:foregroundMark x1="30921" y1="10022" x2="67763" y2="223"/>
                        <a14:foregroundMark x1="67763" y1="223" x2="84868" y2="12027"/>
                        <a14:foregroundMark x1="28289" y1="13808" x2="47368" y2="7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95160" y="777240"/>
            <a:ext cx="1374926" cy="4061460"/>
          </a:xfrm>
          <a:prstGeom prst="rect">
            <a:avLst/>
          </a:prstGeom>
        </p:spPr>
      </p:pic>
      <p:sp>
        <p:nvSpPr>
          <p:cNvPr id="6" name="Kartu mukena"/>
          <p:cNvSpPr/>
          <p:nvPr/>
        </p:nvSpPr>
        <p:spPr>
          <a:xfrm>
            <a:off x="6978240" y="640080"/>
            <a:ext cx="1708560" cy="4341494"/>
          </a:xfrm>
          <a:prstGeom prst="roundRect">
            <a:avLst>
              <a:gd name="adj" fmla="val 10811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7" name="Anak perempuan berjilbab" descr="Anak perempuan berjilbab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358" b="91745" l="9524" r="89796">
                        <a14:foregroundMark x1="14286" y1="15802" x2="38095" y2="2830"/>
                        <a14:foregroundMark x1="38095" y1="2830" x2="70748" y2="9670"/>
                        <a14:foregroundMark x1="26531" y1="87028" x2="61224" y2="86085"/>
                        <a14:foregroundMark x1="61224" y1="86085" x2="51701" y2="91745"/>
                        <a14:foregroundMark x1="51701" y1="91745" x2="51701" y2="9174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25540" y="777239"/>
            <a:ext cx="1378380" cy="39757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Praktik Memakai Sarung</a:t>
            </a:r>
            <a:endParaRPr lang="en-US" sz="3800" dirty="0"/>
          </a:p>
        </p:txBody>
      </p:sp>
      <p:sp>
        <p:nvSpPr>
          <p:cNvPr id="3" name="Kartu santri"/>
          <p:cNvSpPr/>
          <p:nvPr/>
        </p:nvSpPr>
        <p:spPr>
          <a:xfrm>
            <a:off x="533173" y="1325880"/>
            <a:ext cx="2560320" cy="342900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5" name="Kartu langkah 1"/>
          <p:cNvSpPr/>
          <p:nvPr/>
        </p:nvSpPr>
        <p:spPr>
          <a:xfrm>
            <a:off x="3383280" y="1325880"/>
            <a:ext cx="5303520" cy="731520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6" name="Nomor 1"/>
          <p:cNvSpPr/>
          <p:nvPr/>
        </p:nvSpPr>
        <p:spPr>
          <a:xfrm>
            <a:off x="3566160" y="14173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356616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4343400" y="13258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Masuk ke dalam sarung</a:t>
            </a:r>
            <a:endParaRPr lang="en-US" sz="2200" dirty="0"/>
          </a:p>
        </p:txBody>
      </p:sp>
      <p:sp>
        <p:nvSpPr>
          <p:cNvPr id="9" name="Kartu langkah 2"/>
          <p:cNvSpPr/>
          <p:nvPr/>
        </p:nvSpPr>
        <p:spPr>
          <a:xfrm>
            <a:off x="3383280" y="2194560"/>
            <a:ext cx="5303520" cy="731520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0" name="Nomor 2"/>
          <p:cNvSpPr/>
          <p:nvPr/>
        </p:nvSpPr>
        <p:spPr>
          <a:xfrm>
            <a:off x="3566160" y="22860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56616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</a:rPr>
              <a:t>2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4343400" y="21945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Tarik sampai pinggang</a:t>
            </a:r>
            <a:endParaRPr lang="en-US" sz="2200" dirty="0"/>
          </a:p>
        </p:txBody>
      </p:sp>
      <p:sp>
        <p:nvSpPr>
          <p:cNvPr id="13" name="Kartu langkah 3"/>
          <p:cNvSpPr/>
          <p:nvPr/>
        </p:nvSpPr>
        <p:spPr>
          <a:xfrm>
            <a:off x="3383280" y="3063240"/>
            <a:ext cx="5303520" cy="731520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4" name="Nomor 3"/>
          <p:cNvSpPr/>
          <p:nvPr/>
        </p:nvSpPr>
        <p:spPr>
          <a:xfrm>
            <a:off x="3566160" y="31546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56616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</a:rPr>
              <a:t>3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4343400" y="30632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Lipat kain ke tengah</a:t>
            </a:r>
            <a:endParaRPr lang="en-US" sz="2200" dirty="0"/>
          </a:p>
        </p:txBody>
      </p:sp>
      <p:sp>
        <p:nvSpPr>
          <p:cNvPr id="17" name="Kartu langkah 4"/>
          <p:cNvSpPr/>
          <p:nvPr/>
        </p:nvSpPr>
        <p:spPr>
          <a:xfrm>
            <a:off x="3383280" y="3931920"/>
            <a:ext cx="5303520" cy="731520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8" name="Nomor 4"/>
          <p:cNvSpPr/>
          <p:nvPr/>
        </p:nvSpPr>
        <p:spPr>
          <a:xfrm>
            <a:off x="3566160" y="40233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356616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</a:rPr>
              <a:t>4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4343400" y="39319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Gulung bagian atas</a:t>
            </a:r>
            <a:endParaRPr lang="en-US" sz="22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7089B50-361E-4B04-A2F2-2D1AAAE215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8224" y1="87004" x2="38224" y2="87004"/>
                        <a14:foregroundMark x1="38972" y1="84276" x2="38598" y2="88591"/>
                        <a14:foregroundMark x1="42290" y1="17460" x2="60093" y2="1116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479811" y="765810"/>
            <a:ext cx="4586288" cy="43205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Praktik Memakai Mukena</a:t>
            </a:r>
            <a:endParaRPr lang="en-US" sz="3800" dirty="0"/>
          </a:p>
        </p:txBody>
      </p:sp>
      <p:sp>
        <p:nvSpPr>
          <p:cNvPr id="3" name="Kartu langkah 1"/>
          <p:cNvSpPr/>
          <p:nvPr/>
        </p:nvSpPr>
        <p:spPr>
          <a:xfrm>
            <a:off x="457200" y="1325880"/>
            <a:ext cx="5303520" cy="731520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4" name="Nomor 1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3258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Pakai rok mukena</a:t>
            </a:r>
            <a:endParaRPr lang="en-US" sz="2200" dirty="0"/>
          </a:p>
        </p:txBody>
      </p:sp>
      <p:sp>
        <p:nvSpPr>
          <p:cNvPr id="7" name="Kartu langkah 2"/>
          <p:cNvSpPr/>
          <p:nvPr/>
        </p:nvSpPr>
        <p:spPr>
          <a:xfrm>
            <a:off x="457200" y="2194560"/>
            <a:ext cx="5303520" cy="731520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8" name="Nomor 2"/>
          <p:cNvSpPr/>
          <p:nvPr/>
        </p:nvSpPr>
        <p:spPr>
          <a:xfrm>
            <a:off x="640080" y="22860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1945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Pakai atasan mukena</a:t>
            </a:r>
            <a:endParaRPr lang="en-US" sz="2200" dirty="0"/>
          </a:p>
        </p:txBody>
      </p:sp>
      <p:sp>
        <p:nvSpPr>
          <p:cNvPr id="11" name="Kartu langkah 3"/>
          <p:cNvSpPr/>
          <p:nvPr/>
        </p:nvSpPr>
        <p:spPr>
          <a:xfrm>
            <a:off x="457200" y="3063240"/>
            <a:ext cx="5303520" cy="731520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2" name="Nomor 3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</a:rPr>
              <a:t>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0632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Rapikan, rambut tertutup</a:t>
            </a:r>
            <a:endParaRPr lang="en-US" sz="2200" dirty="0"/>
          </a:p>
        </p:txBody>
      </p:sp>
      <p:sp>
        <p:nvSpPr>
          <p:cNvPr id="15" name="Kartu langkah 4"/>
          <p:cNvSpPr/>
          <p:nvPr/>
        </p:nvSpPr>
        <p:spPr>
          <a:xfrm>
            <a:off x="457200" y="3931920"/>
            <a:ext cx="5303520" cy="731520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6" name="Nomor 4"/>
          <p:cNvSpPr/>
          <p:nvPr/>
        </p:nvSpPr>
        <p:spPr>
          <a:xfrm>
            <a:off x="640080" y="40233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</a:rPr>
              <a:t>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9319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Siap sholat!</a:t>
            </a:r>
            <a:endParaRPr lang="en-US" sz="2200" dirty="0"/>
          </a:p>
        </p:txBody>
      </p:sp>
      <p:sp>
        <p:nvSpPr>
          <p:cNvPr id="19" name="Kartu mukena"/>
          <p:cNvSpPr/>
          <p:nvPr/>
        </p:nvSpPr>
        <p:spPr>
          <a:xfrm>
            <a:off x="6126480" y="1325880"/>
            <a:ext cx="2560320" cy="324612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20" name="Mukena putih" descr="Mukena puti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913" y="1463040"/>
            <a:ext cx="1805454" cy="219456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6126480" y="3657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Mukena putih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109728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bg1"/>
                </a:solidFill>
              </a:rPr>
              <a:t>Santri Hebat!</a:t>
            </a:r>
            <a:endParaRPr lang="en-US" sz="4600" dirty="0"/>
          </a:p>
        </p:txBody>
      </p:sp>
      <p:pic>
        <p:nvPicPr>
          <p:cNvPr id="3" name="Bintang" descr="binta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16352"/>
            <a:ext cx="320040" cy="320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60120" y="27432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Rajin mengaji</a:t>
            </a:r>
            <a:endParaRPr lang="en-US" sz="2200" dirty="0"/>
          </a:p>
        </p:txBody>
      </p:sp>
      <p:pic>
        <p:nvPicPr>
          <p:cNvPr id="5" name="Bintang" descr="binta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64992"/>
            <a:ext cx="320040" cy="3200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960120" y="3291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Rajin sholat berjamaah</a:t>
            </a:r>
            <a:endParaRPr lang="en-US" sz="2200" dirty="0"/>
          </a:p>
        </p:txBody>
      </p:sp>
      <p:pic>
        <p:nvPicPr>
          <p:cNvPr id="7" name="Bintang" descr="binta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913632"/>
            <a:ext cx="320040" cy="32004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960120" y="38404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Rapi berpakaian</a:t>
            </a:r>
            <a:endParaRPr lang="en-US" sz="2200" dirty="0"/>
          </a:p>
        </p:txBody>
      </p:sp>
      <p:sp>
        <p:nvSpPr>
          <p:cNvPr id="9" name="Kartu santri"/>
          <p:cNvSpPr/>
          <p:nvPr/>
        </p:nvSpPr>
        <p:spPr>
          <a:xfrm>
            <a:off x="5486400" y="411480"/>
            <a:ext cx="3200400" cy="42976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10" name="Santri tersenyum" descr="Santri tersenyu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5782" y="548640"/>
            <a:ext cx="2701636" cy="4023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ari Santri">
  <a:themeElements>
    <a:clrScheme name="Hari Santri">
      <a:dk1>
        <a:srgbClr val="1F2A24"/>
      </a:dk1>
      <a:lt1>
        <a:srgbClr val="FFFFFF"/>
      </a:lt1>
      <a:dk2>
        <a:srgbClr val="1F5A3A"/>
      </a:dk2>
      <a:lt2>
        <a:srgbClr val="FFF6DF"/>
      </a:lt2>
      <a:accent1>
        <a:srgbClr val="1F5A3A"/>
      </a:accent1>
      <a:accent2>
        <a:srgbClr val="D9A441"/>
      </a:accent2>
      <a:accent3>
        <a:srgbClr val="E8A0B4"/>
      </a:accent3>
      <a:accent4>
        <a:srgbClr val="3F8F63"/>
      </a:accent4>
      <a:accent5>
        <a:srgbClr val="8A5A2B"/>
      </a:accent5>
      <a:accent6>
        <a:srgbClr val="2F7F9F"/>
      </a:accent6>
      <a:hlink>
        <a:srgbClr val="2F7F9F"/>
      </a:hlink>
      <a:folHlink>
        <a:srgbClr val="8A5A2B"/>
      </a:folHlink>
    </a:clrScheme>
    <a:fontScheme name="Hari Santri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325</Words>
  <Application>Microsoft Office PowerPoint</Application>
  <PresentationFormat>On-screen Show (16:9)</PresentationFormat>
  <Paragraphs>80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Hari Santri</vt:lpstr>
      <vt:lpstr>Hari Santri Nasional</vt:lpstr>
      <vt:lpstr>Gambar apakah ini?</vt:lpstr>
      <vt:lpstr>Pakaian Santri Laki-laki</vt:lpstr>
      <vt:lpstr>Pakaian Santri Perempuan</vt:lpstr>
      <vt:lpstr>Membaca Al-Qur'an</vt:lpstr>
      <vt:lpstr>Sholat Berjamaah</vt:lpstr>
      <vt:lpstr>Sholat Berjamaah: Rapi &amp; Tertib</vt:lpstr>
      <vt:lpstr>Ayo Praktik!</vt:lpstr>
      <vt:lpstr>Praktik Memakai Sarung</vt:lpstr>
      <vt:lpstr>Praktik Memakai Mukena</vt:lpstr>
      <vt:lpstr>Santri Hebat!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Hari Santri Nasional - SLB C TPA Jember</dc:title>
  <dc:subject>PptxGenJS Presentation</dc:subject>
  <dc:creator>PptxGenJS</dc:creator>
  <cp:lastModifiedBy>alim sulaiman</cp:lastModifiedBy>
  <cp:revision>6</cp:revision>
  <dcterms:created xsi:type="dcterms:W3CDTF">2026-10-19T15:35:20Z</dcterms:created>
  <dcterms:modified xsi:type="dcterms:W3CDTF">2026-10-19T16:32:47Z</dcterms:modified>
</cp:coreProperties>
</file>